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64" r:id="rId5"/>
    <p:sldId id="258" r:id="rId6"/>
    <p:sldId id="261" r:id="rId7"/>
    <p:sldId id="262" r:id="rId8"/>
    <p:sldId id="267" r:id="rId9"/>
    <p:sldId id="263" r:id="rId10"/>
    <p:sldId id="265" r:id="rId11"/>
    <p:sldId id="266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F8828-A895-431E-B15D-0E865BDEA1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63C58-E3D3-4888-BA60-F52A7CFFF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811DE-6A09-42D3-8E97-13CE523E9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A37E-F755-4BB3-B0C4-BC1CCE91DA8D}" type="datetimeFigureOut">
              <a:rPr lang="en-IN" smtClean="0"/>
              <a:t>03-02-2021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FC142-88E1-4B97-B21F-D8D26B76E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29AC6-D0CE-48DC-A28F-11ACC723C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8390-0D3F-435F-8383-7247CB68B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652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5B642-D9FB-46CE-BE13-0787E49E2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28C52-3BEA-4298-983E-9DFAA4F86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25A51-789D-4879-A082-D4EFF130F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A37E-F755-4BB3-B0C4-BC1CCE91DA8D}" type="datetimeFigureOut">
              <a:rPr lang="en-IN" smtClean="0"/>
              <a:t>03-02-2021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935B3-F3EB-4475-B4EA-1E5BA8D77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587FF-30C4-4BD0-BF50-6EECAF1D9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8390-0D3F-435F-8383-7247CB68B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304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B0D15-352B-491A-B9F2-30CD709E5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163E5-AD11-4CD2-9070-619CBCB70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19AEA-B508-4CFE-9382-BCFE50819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A37E-F755-4BB3-B0C4-BC1CCE91DA8D}" type="datetimeFigureOut">
              <a:rPr lang="en-IN" smtClean="0"/>
              <a:t>03-02-2021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FCCC-54E6-4D68-B4CC-B3267506E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122EC-FD31-4EB3-B666-5410FAFFC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8390-0D3F-435F-8383-7247CB68B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27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8A225-78FD-44C8-81AF-84EF7519D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71A49-9134-4C7B-8E52-746177128A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602F2F-5AEB-4406-B288-169FB8377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500F3-12FF-48D0-B233-5D6CB38A8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A37E-F755-4BB3-B0C4-BC1CCE91DA8D}" type="datetimeFigureOut">
              <a:rPr lang="en-IN" smtClean="0"/>
              <a:t>03-02-2021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BA8B5-685F-484C-8A25-D3F938888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D0827-533B-491A-AF11-AF25E67CE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8390-0D3F-435F-8383-7247CB68B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600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4E0E7-1867-47F3-859E-5FEC7701D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EA171-A216-47B8-8776-FA7C36E58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51E17-C45A-4684-99C1-20410A4FB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25C3EF-CB8D-483D-A0FC-D9EF667CE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A5262-8B4A-4FF3-8D06-508D9C953E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81425E-74B1-457E-962B-C8D9F414B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A37E-F755-4BB3-B0C4-BC1CCE91DA8D}" type="datetimeFigureOut">
              <a:rPr lang="en-IN" smtClean="0"/>
              <a:t>03-02-2021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127006-6226-4BA9-B194-040797D36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BD8AC9-11BC-4D3D-A100-310A6660C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8390-0D3F-435F-8383-7247CB68B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439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D5364-AA20-475E-8F37-845BB3E0C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76567B-AB2B-4AEC-A90E-56F08A05C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A37E-F755-4BB3-B0C4-BC1CCE91DA8D}" type="datetimeFigureOut">
              <a:rPr lang="en-IN" smtClean="0"/>
              <a:t>03-02-2021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BAFF4A-6BD6-4944-9910-C5B500625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DDC9B-F42D-400D-9054-902E27BA8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8390-0D3F-435F-8383-7247CB68B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253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225030-9D01-44C8-9B86-28CB4BE29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A37E-F755-4BB3-B0C4-BC1CCE91DA8D}" type="datetimeFigureOut">
              <a:rPr lang="en-IN" smtClean="0"/>
              <a:t>03-02-2021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62FBE4-43B3-4996-9362-602AA58F9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3939D-62A8-4842-A613-6A8F428AC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8390-0D3F-435F-8383-7247CB68B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435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38E6D-0611-4F2A-9A0B-B623D6A46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AB93E-6478-4A01-BFF5-25D0776CF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A86B76-F7D9-4225-B018-D2952F278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23AC6-C283-42BA-8D5D-AD359E734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A37E-F755-4BB3-B0C4-BC1CCE91DA8D}" type="datetimeFigureOut">
              <a:rPr lang="en-IN" smtClean="0"/>
              <a:t>03-02-2021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E39AC3-94AB-47AC-A77D-E3F543E5A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7B775-058C-4E52-A02A-3DF33BE62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8390-0D3F-435F-8383-7247CB68B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054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17C4C-D71B-4E75-9E13-9BCA2B21E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B83CCB-6DA4-4ED3-840C-E4BFB70DC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12AD5-DE53-4F12-81C1-21D91AB23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A7DD0-5981-48A4-ADC5-F2BA198AF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A37E-F755-4BB3-B0C4-BC1CCE91DA8D}" type="datetimeFigureOut">
              <a:rPr lang="en-IN" smtClean="0"/>
              <a:t>03-02-2021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58149-7011-4088-9A0A-D0BCA842D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FFF0B-B853-40D1-AD9B-B4730B470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8390-0D3F-435F-8383-7247CB68B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33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B8D77-046A-46FE-843C-D1317E292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7D038-E74A-4503-8495-615ECBB3FD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98D3A-2ECB-4932-A09F-C39A6EFE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A37E-F755-4BB3-B0C4-BC1CCE91DA8D}" type="datetimeFigureOut">
              <a:rPr lang="en-IN" smtClean="0"/>
              <a:t>03-02-2021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9CE60-7258-4F9F-9EEB-F1C325345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EA31C-810D-4885-99D5-1C47288BA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8390-0D3F-435F-8383-7247CB68B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035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F71553-19F7-4385-BB6D-04972181B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BEC7B8-52A3-4C2B-B523-65E3ED92B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7F12E-5573-45FA-BAF5-187FF8B9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A37E-F755-4BB3-B0C4-BC1CCE91DA8D}" type="datetimeFigureOut">
              <a:rPr lang="en-IN" smtClean="0"/>
              <a:t>03-02-2021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30BD9-25CF-4D9C-8D2F-4B1640787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B597A-4A02-4C89-8C2D-3B52A3562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C8390-0D3F-435F-8383-7247CB68B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58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610756-68D1-4F81-A35C-2ADF0470A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A7C1D-EF11-43F4-8BD2-B842955F5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B1203-6CE7-4FAD-A014-15FDDB2B24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CA37E-F755-4BB3-B0C4-BC1CCE91DA8D}" type="datetimeFigureOut">
              <a:rPr lang="en-IN" smtClean="0"/>
              <a:t>03-02-2021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D5592-1440-4129-8F22-DD87AB335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A4D29-6386-4FBD-BF79-995FBAD5AA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C8390-0D3F-435F-8383-7247CB68B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300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VVdmmN0su6E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A77B2C-E518-44DA-B3B4-DB651AA92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1787" y="1741337"/>
            <a:ext cx="5448730" cy="2387918"/>
          </a:xfrm>
        </p:spPr>
        <p:txBody>
          <a:bodyPr anchor="b"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Magic numbers</a:t>
            </a:r>
            <a:endParaRPr lang="en-IN" sz="52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C83CA-7FDF-4283-9FF9-C858274ED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1161" y="4200522"/>
            <a:ext cx="5449982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File signatures</a:t>
            </a:r>
          </a:p>
          <a:p>
            <a:endParaRPr lang="en-IN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33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DB8B24D-CBD2-4FE7-937D-906FFD77EF28}"/>
              </a:ext>
            </a:extLst>
          </p:cNvPr>
          <p:cNvSpPr txBox="1"/>
          <p:nvPr/>
        </p:nvSpPr>
        <p:spPr>
          <a:xfrm>
            <a:off x="6095847" y="4697935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-Deepak Keshav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9746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33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F2ECDF7-7718-4419-8CF4-859CF5A1AA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6139"/>
            <a:ext cx="12192000" cy="53863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10B994-0BAF-4574-802E-EA8BF42D5F38}"/>
              </a:ext>
            </a:extLst>
          </p:cNvPr>
          <p:cNvSpPr txBox="1"/>
          <p:nvPr/>
        </p:nvSpPr>
        <p:spPr>
          <a:xfrm>
            <a:off x="2015231" y="497150"/>
            <a:ext cx="3286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 us consider his file image.pdf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3239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33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0216DD6-F6F9-4397-AC25-42B4D8FEC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59302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6E4DF7-D82F-417A-9A80-58CC188F46E7}"/>
              </a:ext>
            </a:extLst>
          </p:cNvPr>
          <p:cNvSpPr txBox="1"/>
          <p:nvPr/>
        </p:nvSpPr>
        <p:spPr>
          <a:xfrm>
            <a:off x="1136342" y="6312023"/>
            <a:ext cx="7838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Opening it with paint gives me this image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7273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A77B2C-E518-44DA-B3B4-DB651AA92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532" y="115430"/>
            <a:ext cx="11949344" cy="1029789"/>
          </a:xfrm>
        </p:spPr>
        <p:txBody>
          <a:bodyPr anchor="b"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And a hidden message</a:t>
            </a:r>
            <a:endParaRPr lang="en-IN" sz="52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33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31BDCDD-ACE0-4966-A1F8-F386DC595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018" y="1721070"/>
            <a:ext cx="6174211" cy="424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553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A77B2C-E518-44DA-B3B4-DB651AA92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66323"/>
            <a:ext cx="8036019" cy="1096549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Ok, How do we identify things?</a:t>
            </a:r>
            <a:endParaRPr lang="en-IN" sz="52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C83CA-7FDF-4283-9FF9-C858274ED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30" y="4395031"/>
            <a:ext cx="12191695" cy="682079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Is it by its appearance?</a:t>
            </a:r>
          </a:p>
          <a:p>
            <a:pPr algn="l"/>
            <a:r>
              <a:rPr lang="en-US" sz="2800" dirty="0"/>
              <a:t>Is it by its sound?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33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CEA50DF-654A-4825-9C5B-FFE42BE30738}"/>
              </a:ext>
            </a:extLst>
          </p:cNvPr>
          <p:cNvSpPr txBox="1"/>
          <p:nvPr/>
        </p:nvSpPr>
        <p:spPr>
          <a:xfrm>
            <a:off x="2880247" y="529902"/>
            <a:ext cx="57209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Confused?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514025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33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F22F4B88-5BD0-4DB1-9D80-AB2F11C9C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8230" y="0"/>
            <a:ext cx="9144000" cy="1655762"/>
          </a:xfrm>
        </p:spPr>
        <p:txBody>
          <a:bodyPr>
            <a:normAutofit/>
          </a:bodyPr>
          <a:lstStyle/>
          <a:p>
            <a:r>
              <a:rPr lang="en-US" sz="4800" dirty="0"/>
              <a:t>Similarly all files have something called signatures or magic</a:t>
            </a:r>
            <a:endParaRPr lang="en-IN" sz="4800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3844254C-77D0-44E3-951C-700B6109B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1037" y="2731618"/>
            <a:ext cx="9144000" cy="165576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A810764-81E7-4444-AB44-08C2549A75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30" y="1938054"/>
            <a:ext cx="12192000" cy="496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789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33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DD898DB4-010D-4234-A5F1-75C114F149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020946"/>
          </a:xfrm>
        </p:spPr>
        <p:txBody>
          <a:bodyPr/>
          <a:lstStyle/>
          <a:p>
            <a:r>
              <a:rPr lang="en-US" dirty="0"/>
              <a:t>Some more examples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01A7AA-F772-493F-8648-5F90516E1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5" y="885985"/>
            <a:ext cx="5367717" cy="53132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A3181C9-F43E-4163-859A-2852706D85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961" y="830937"/>
            <a:ext cx="6063845" cy="536833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B7BD628-FC65-48B5-9978-65002786BA96}"/>
              </a:ext>
            </a:extLst>
          </p:cNvPr>
          <p:cNvSpPr txBox="1"/>
          <p:nvPr/>
        </p:nvSpPr>
        <p:spPr>
          <a:xfrm>
            <a:off x="133164" y="6332419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Rar</a:t>
            </a:r>
            <a:r>
              <a:rPr lang="en-US" dirty="0"/>
              <a:t> file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627779-B0A9-4438-804A-B4E1A6FD1CE4}"/>
              </a:ext>
            </a:extLst>
          </p:cNvPr>
          <p:cNvSpPr txBox="1"/>
          <p:nvPr/>
        </p:nvSpPr>
        <p:spPr>
          <a:xfrm>
            <a:off x="7217546" y="6350135"/>
            <a:ext cx="4188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Zip </a:t>
            </a:r>
            <a:r>
              <a:rPr lang="en-US" dirty="0" err="1"/>
              <a:t>file..Fun</a:t>
            </a:r>
            <a:r>
              <a:rPr lang="en-US" dirty="0"/>
              <a:t> fact PK is the co-founder of zip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8478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A77B2C-E518-44DA-B3B4-DB651AA92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325" y="2862340"/>
            <a:ext cx="8036019" cy="1096549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5200" dirty="0">
                <a:solidFill>
                  <a:schemeClr val="tx2"/>
                </a:solidFill>
              </a:rPr>
              <a:t>It is a utility used in Unix/</a:t>
            </a:r>
            <a:r>
              <a:rPr lang="en-US" sz="5200" dirty="0" err="1">
                <a:solidFill>
                  <a:schemeClr val="tx2"/>
                </a:solidFill>
              </a:rPr>
              <a:t>linux</a:t>
            </a:r>
            <a:r>
              <a:rPr lang="en-US" sz="5200" dirty="0">
                <a:solidFill>
                  <a:schemeClr val="tx2"/>
                </a:solidFill>
              </a:rPr>
              <a:t> machines to find the file type based  on their signatures</a:t>
            </a:r>
            <a:endParaRPr lang="en-IN" sz="52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33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CEA50DF-654A-4825-9C5B-FFE42BE30738}"/>
              </a:ext>
            </a:extLst>
          </p:cNvPr>
          <p:cNvSpPr txBox="1"/>
          <p:nvPr/>
        </p:nvSpPr>
        <p:spPr>
          <a:xfrm>
            <a:off x="2880247" y="529902"/>
            <a:ext cx="57209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File command</a:t>
            </a:r>
            <a:endParaRPr lang="en-IN" sz="5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32A909-9D7D-48A8-BE5A-D64146277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5" y="4023250"/>
            <a:ext cx="121920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203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A77B2C-E518-44DA-B3B4-DB651AA92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30" y="188854"/>
            <a:ext cx="8036019" cy="814323"/>
          </a:xfrm>
        </p:spPr>
        <p:txBody>
          <a:bodyPr anchor="b">
            <a:normAutofit/>
          </a:bodyPr>
          <a:lstStyle/>
          <a:p>
            <a:pPr algn="l"/>
            <a:r>
              <a:rPr lang="en-US" sz="5200" dirty="0">
                <a:solidFill>
                  <a:schemeClr val="tx2"/>
                </a:solidFill>
              </a:rPr>
              <a:t>How does the software see?</a:t>
            </a:r>
            <a:endParaRPr lang="en-IN" sz="52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33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AD4E204A-00BE-421F-94B7-01735DF37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0" y="1049713"/>
            <a:ext cx="3810000" cy="21050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367F29-A8CA-4B95-9ECF-F52868CC0AE0}"/>
              </a:ext>
            </a:extLst>
          </p:cNvPr>
          <p:cNvSpPr txBox="1"/>
          <p:nvPr/>
        </p:nvSpPr>
        <p:spPr>
          <a:xfrm>
            <a:off x="-18230" y="3297582"/>
            <a:ext cx="116512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Each developer has different perspective and different algorithms as per  his/her knowledge</a:t>
            </a:r>
            <a:endParaRPr lang="en-IN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6BA76A-E64A-4A4E-8BC4-4F50BAA482AF}"/>
              </a:ext>
            </a:extLst>
          </p:cNvPr>
          <p:cNvSpPr txBox="1"/>
          <p:nvPr/>
        </p:nvSpPr>
        <p:spPr>
          <a:xfrm>
            <a:off x="18230" y="3838178"/>
            <a:ext cx="42555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Consider an example of PDF</a:t>
            </a:r>
            <a:endParaRPr lang="en-IN" sz="28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8F6125F-1D1B-4B2C-AE52-11C6B6A097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3" y="4474205"/>
            <a:ext cx="5759348" cy="230256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573DEDF-C43E-4BB0-A7B9-B2C74A743E13}"/>
              </a:ext>
            </a:extLst>
          </p:cNvPr>
          <p:cNvSpPr txBox="1"/>
          <p:nvPr/>
        </p:nvSpPr>
        <p:spPr>
          <a:xfrm>
            <a:off x="5855089" y="4424147"/>
            <a:ext cx="6196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there are situations where there are NULL binaries or noises</a:t>
            </a:r>
          </a:p>
          <a:p>
            <a:r>
              <a:rPr lang="en-US" dirty="0"/>
              <a:t>In font of the signatures like this but the PDF still works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8B3CA2-2C3F-4493-9D53-8D2EF6A27159}"/>
              </a:ext>
            </a:extLst>
          </p:cNvPr>
          <p:cNvSpPr txBox="1"/>
          <p:nvPr/>
        </p:nvSpPr>
        <p:spPr>
          <a:xfrm>
            <a:off x="5807371" y="5348315"/>
            <a:ext cx="61963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each software parses files in a different way</a:t>
            </a:r>
          </a:p>
          <a:p>
            <a:r>
              <a:rPr lang="en-US" dirty="0"/>
              <a:t>Some software searched the head signature in the first 1024 bytes and stop parsing as soon as end reaches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3059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A77B2C-E518-44DA-B3B4-DB651AA92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475" y="1274355"/>
            <a:ext cx="8036019" cy="1096549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000" dirty="0"/>
              <a:t>How did we open jpeg and pdf in the same file?</a:t>
            </a:r>
            <a:endParaRPr lang="en-IN" sz="52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C83CA-7FDF-4283-9FF9-C858274ED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30" y="2639297"/>
            <a:ext cx="12191695" cy="682079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Simple</a:t>
            </a:r>
          </a:p>
          <a:p>
            <a:pPr marL="514350" indent="-514350" algn="l">
              <a:buAutoNum type="arabicPeriod"/>
            </a:pPr>
            <a:r>
              <a:rPr lang="en-US" sz="2800" dirty="0"/>
              <a:t>PDF reader searched for valid head signature and EOF </a:t>
            </a:r>
          </a:p>
          <a:p>
            <a:pPr marL="514350" indent="-514350" algn="l">
              <a:buAutoNum type="arabicPeriod"/>
            </a:pPr>
            <a:r>
              <a:rPr lang="en-US" sz="2800" dirty="0"/>
              <a:t>Whereas Paint, image viewers searched for the image signature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33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CEA50DF-654A-4825-9C5B-FFE42BE30738}"/>
              </a:ext>
            </a:extLst>
          </p:cNvPr>
          <p:cNvSpPr txBox="1"/>
          <p:nvPr/>
        </p:nvSpPr>
        <p:spPr>
          <a:xfrm>
            <a:off x="9114" y="118652"/>
            <a:ext cx="12173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Going back to the initial slides</a:t>
            </a:r>
            <a:endParaRPr lang="en-IN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7AF4BD-1C8C-43E2-890D-845C915E23EF}"/>
              </a:ext>
            </a:extLst>
          </p:cNvPr>
          <p:cNvSpPr txBox="1"/>
          <p:nvPr/>
        </p:nvSpPr>
        <p:spPr>
          <a:xfrm>
            <a:off x="97654" y="4244575"/>
            <a:ext cx="113456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Example:</a:t>
            </a:r>
          </a:p>
          <a:p>
            <a:r>
              <a:rPr lang="en-IN" sz="2800" dirty="0"/>
              <a:t>In the first 1024 bytes if there is a image file contents or any other file contents, the pdf reader either ignores It or mark the file as corrupted.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98393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A77B2C-E518-44DA-B3B4-DB651AA92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7655" y="1168993"/>
            <a:ext cx="8036019" cy="1096549"/>
          </a:xfrm>
        </p:spPr>
        <p:txBody>
          <a:bodyPr anchor="b">
            <a:normAutofit/>
          </a:bodyPr>
          <a:lstStyle/>
          <a:p>
            <a:pPr algn="l"/>
            <a:r>
              <a:rPr lang="en-US" sz="5200" b="1" dirty="0">
                <a:solidFill>
                  <a:schemeClr val="tx2"/>
                </a:solidFill>
                <a:latin typeface="+mn-lt"/>
              </a:rPr>
              <a:t>Consider a situation</a:t>
            </a:r>
            <a:endParaRPr lang="en-IN" sz="52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C83CA-7FDF-4283-9FF9-C858274ED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7" y="2383897"/>
            <a:ext cx="12191695" cy="682079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I am having a file image.jpg</a:t>
            </a:r>
          </a:p>
          <a:p>
            <a:pPr algn="l"/>
            <a:r>
              <a:rPr lang="en-US" sz="2800" dirty="0"/>
              <a:t>I am adding a zip file after the EOF of the image signature</a:t>
            </a:r>
          </a:p>
          <a:p>
            <a:pPr algn="l"/>
            <a:r>
              <a:rPr lang="en-US" sz="2800" dirty="0"/>
              <a:t>I am sending it to the victim</a:t>
            </a:r>
          </a:p>
          <a:p>
            <a:pPr algn="l"/>
            <a:r>
              <a:rPr lang="en-US" sz="2800" dirty="0"/>
              <a:t>By default , the computer is taught to open image_viewer.exe when it sees  .jpg file</a:t>
            </a:r>
          </a:p>
          <a:p>
            <a:pPr algn="l"/>
            <a:r>
              <a:rPr lang="en-US" sz="2800" dirty="0"/>
              <a:t>The viewer displays it as  valid image</a:t>
            </a:r>
          </a:p>
          <a:p>
            <a:pPr algn="l"/>
            <a:r>
              <a:rPr lang="en-US" sz="2800" dirty="0"/>
              <a:t>But when the attacker has access to the machine , he then unzips the file inside the image file</a:t>
            </a:r>
          </a:p>
          <a:p>
            <a:pPr algn="l"/>
            <a:r>
              <a:rPr lang="en-US" sz="2800" dirty="0"/>
              <a:t>In this case we can use </a:t>
            </a:r>
            <a:r>
              <a:rPr lang="en-US" sz="2800" dirty="0" err="1"/>
              <a:t>Binwalk</a:t>
            </a:r>
            <a:r>
              <a:rPr lang="en-US" sz="2800" dirty="0"/>
              <a:t> tool to find if there are any embedded files inside a file</a:t>
            </a:r>
          </a:p>
          <a:p>
            <a:pPr algn="l"/>
            <a:endParaRPr lang="en-US" sz="28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33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CEA50DF-654A-4825-9C5B-FFE42BE30738}"/>
              </a:ext>
            </a:extLst>
          </p:cNvPr>
          <p:cNvSpPr txBox="1"/>
          <p:nvPr/>
        </p:nvSpPr>
        <p:spPr>
          <a:xfrm>
            <a:off x="-18230" y="118652"/>
            <a:ext cx="121734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Here comes the best  part known as Polyglot</a:t>
            </a:r>
            <a:endParaRPr lang="en-IN" sz="5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A03E0F-DCA9-4D07-AA6C-C77C46B3F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6994" y="944204"/>
            <a:ext cx="2358983" cy="302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872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A77B2C-E518-44DA-B3B4-DB651AA92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2965" y="2357764"/>
            <a:ext cx="12252890" cy="1096549"/>
          </a:xfrm>
        </p:spPr>
        <p:txBody>
          <a:bodyPr anchor="b">
            <a:normAutofit/>
          </a:bodyPr>
          <a:lstStyle/>
          <a:p>
            <a:pPr algn="l"/>
            <a:r>
              <a:rPr lang="en-US" sz="3600" b="1" dirty="0">
                <a:solidFill>
                  <a:schemeClr val="tx2"/>
                </a:solidFill>
                <a:latin typeface="+mn-lt"/>
              </a:rPr>
              <a:t>Why Mime type and multi extension file upload must be restricted in a web app!</a:t>
            </a:r>
            <a:endParaRPr lang="en-IN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C83CA-7FDF-4283-9FF9-C858274ED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8980" y="3665038"/>
            <a:ext cx="12191695" cy="682079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Mime types mostly use signatures to verify the file types</a:t>
            </a:r>
          </a:p>
          <a:p>
            <a:pPr algn="l"/>
            <a:endParaRPr lang="en-US" sz="2800" dirty="0"/>
          </a:p>
          <a:p>
            <a:pPr algn="l"/>
            <a:r>
              <a:rPr lang="en-US" sz="2800" dirty="0"/>
              <a:t>These techniques can easily bypass the firewall protection</a:t>
            </a:r>
          </a:p>
          <a:p>
            <a:pPr algn="l"/>
            <a:endParaRPr lang="en-US" sz="2800" dirty="0"/>
          </a:p>
          <a:p>
            <a:pPr algn="l"/>
            <a:endParaRPr lang="en-US" sz="28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33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CEA50DF-654A-4825-9C5B-FFE42BE30738}"/>
              </a:ext>
            </a:extLst>
          </p:cNvPr>
          <p:cNvSpPr txBox="1"/>
          <p:nvPr/>
        </p:nvSpPr>
        <p:spPr>
          <a:xfrm>
            <a:off x="-18230" y="118652"/>
            <a:ext cx="12173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It all makes sense now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2202718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33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CEA50DF-654A-4825-9C5B-FFE42BE30738}"/>
              </a:ext>
            </a:extLst>
          </p:cNvPr>
          <p:cNvSpPr txBox="1"/>
          <p:nvPr/>
        </p:nvSpPr>
        <p:spPr>
          <a:xfrm>
            <a:off x="-18230" y="444840"/>
            <a:ext cx="1217346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Ange’s recipes </a:t>
            </a:r>
          </a:p>
          <a:p>
            <a:r>
              <a:rPr lang="en-US" sz="4400" dirty="0"/>
              <a:t>Never forget to: </a:t>
            </a:r>
          </a:p>
          <a:p>
            <a:r>
              <a:rPr lang="en-US" sz="4400" dirty="0"/>
              <a:t>● open your PDFs in a hex editor </a:t>
            </a:r>
          </a:p>
          <a:p>
            <a:r>
              <a:rPr lang="en-US" sz="4400" dirty="0"/>
              <a:t>● open your pictures in a sound player </a:t>
            </a:r>
          </a:p>
          <a:p>
            <a:r>
              <a:rPr lang="en-US" sz="4400" dirty="0"/>
              <a:t>● run your documents in a console emulator </a:t>
            </a:r>
          </a:p>
          <a:p>
            <a:r>
              <a:rPr lang="en-US" sz="4400" dirty="0"/>
              <a:t>● encrypt/decrypt with any cipher </a:t>
            </a:r>
          </a:p>
          <a:p>
            <a:r>
              <a:rPr lang="en-US" sz="4400" dirty="0"/>
              <a:t>● double-check what you printed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4177837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43336"/>
            <a:ext cx="5163047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33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CEA50DF-654A-4825-9C5B-FFE42BE30738}"/>
              </a:ext>
            </a:extLst>
          </p:cNvPr>
          <p:cNvSpPr txBox="1"/>
          <p:nvPr/>
        </p:nvSpPr>
        <p:spPr>
          <a:xfrm>
            <a:off x="-18230" y="444840"/>
            <a:ext cx="121734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Ange Albertini’s slide and research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8E16C3-EE08-49C2-92CD-C9DBCDCC370F}"/>
              </a:ext>
            </a:extLst>
          </p:cNvPr>
          <p:cNvSpPr txBox="1"/>
          <p:nvPr/>
        </p:nvSpPr>
        <p:spPr>
          <a:xfrm>
            <a:off x="2999189" y="1490554"/>
            <a:ext cx="58835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Youtube</a:t>
            </a:r>
            <a:r>
              <a:rPr lang="en-IN" dirty="0"/>
              <a:t> - https://www.youtube.com/watch?v=hdCs6bPM4is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B64246-250B-4969-ACE2-6E7E882913DA}"/>
              </a:ext>
            </a:extLst>
          </p:cNvPr>
          <p:cNvSpPr txBox="1"/>
          <p:nvPr/>
        </p:nvSpPr>
        <p:spPr>
          <a:xfrm>
            <a:off x="417250" y="4065973"/>
            <a:ext cx="54591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More references-</a:t>
            </a:r>
          </a:p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https://www.youtube.com/watch?v=VVdmmN0su6E</a:t>
            </a:r>
            <a:endParaRPr lang="en-US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D0DACD-D979-4633-B2D1-0E34A3098C06}"/>
              </a:ext>
            </a:extLst>
          </p:cNvPr>
          <p:cNvSpPr txBox="1"/>
          <p:nvPr/>
        </p:nvSpPr>
        <p:spPr>
          <a:xfrm>
            <a:off x="417250" y="5388746"/>
            <a:ext cx="65888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a research where there are many Algorithms and techniques. </a:t>
            </a:r>
          </a:p>
          <a:p>
            <a:r>
              <a:rPr lang="en-US" dirty="0"/>
              <a:t>The best way to start is by googling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3110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482</Words>
  <Application>Microsoft Office PowerPoint</Application>
  <PresentationFormat>Widescreen</PresentationFormat>
  <Paragraphs>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Magic numbers</vt:lpstr>
      <vt:lpstr>PowerPoint Presentation</vt:lpstr>
      <vt:lpstr>PowerPoint Presentation</vt:lpstr>
      <vt:lpstr>And a hidden message</vt:lpstr>
      <vt:lpstr>Ok, How do we identify things?</vt:lpstr>
      <vt:lpstr>Similarly all files have something called signatures or magic</vt:lpstr>
      <vt:lpstr>Some more examples</vt:lpstr>
      <vt:lpstr>It is a utility used in Unix/linux machines to find the file type based  on their signatures</vt:lpstr>
      <vt:lpstr>How does the software see?</vt:lpstr>
      <vt:lpstr>How did we open jpeg and pdf in the same file?</vt:lpstr>
      <vt:lpstr>Consider a situation</vt:lpstr>
      <vt:lpstr>Why Mime type and multi extension file upload must be restricted in a web app!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Magic numbers</dc:title>
  <dc:creator>Deepak keshav dk</dc:creator>
  <cp:lastModifiedBy>Deepak keshav dk</cp:lastModifiedBy>
  <cp:revision>12</cp:revision>
  <dcterms:created xsi:type="dcterms:W3CDTF">2021-02-03T16:26:55Z</dcterms:created>
  <dcterms:modified xsi:type="dcterms:W3CDTF">2021-02-03T19:52:39Z</dcterms:modified>
</cp:coreProperties>
</file>