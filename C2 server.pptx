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60" r:id="rId7"/>
    <p:sldId id="258" r:id="rId8"/>
    <p:sldId id="261" r:id="rId9"/>
    <p:sldId id="269" r:id="rId10"/>
    <p:sldId id="268" r:id="rId11"/>
    <p:sldId id="28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84" y="5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4/18/2021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4/18/2021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entestit.com/list-of-open-source-c2-post-exploitation-frameworks/" TargetMode="External"/><Relationship Id="rId2" Type="http://schemas.openxmlformats.org/officeDocument/2006/relationships/hyperlink" Target="https://www.thec2matrix.com/matrix" TargetMode="Externa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o.microsoft.com/fwlink/?linkid=2006808&amp;clcid=0x409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C2 server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Command and control server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1453" y="238874"/>
            <a:ext cx="7781544" cy="859055"/>
          </a:xfrm>
        </p:spPr>
        <p:txBody>
          <a:bodyPr/>
          <a:lstStyle/>
          <a:p>
            <a:r>
              <a:rPr lang="en-US" dirty="0"/>
              <a:t>Why C2?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26" name="Picture 2" descr="What is the cyber kill chain? Why it's not always the right approach to  cyber attacks | CSO Online">
            <a:extLst>
              <a:ext uri="{FF2B5EF4-FFF2-40B4-BE49-F238E27FC236}">
                <a16:creationId xmlns:a16="http://schemas.microsoft.com/office/drawing/2014/main" id="{1B2FEECD-4ACC-432D-AB65-9DDE13A99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43" y="1097929"/>
            <a:ext cx="2773720" cy="489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344DC7-EDD8-4698-B21D-4872969B82BA}"/>
              </a:ext>
            </a:extLst>
          </p:cNvPr>
          <p:cNvSpPr txBox="1"/>
          <p:nvPr/>
        </p:nvSpPr>
        <p:spPr>
          <a:xfrm>
            <a:off x="3678148" y="1643865"/>
            <a:ext cx="39247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The 6</a:t>
            </a:r>
            <a:r>
              <a:rPr lang="en-IN" baseline="30000" dirty="0">
                <a:solidFill>
                  <a:schemeClr val="bg1"/>
                </a:solidFill>
              </a:rPr>
              <a:t>th</a:t>
            </a:r>
            <a:r>
              <a:rPr lang="en-IN" dirty="0">
                <a:solidFill>
                  <a:schemeClr val="bg1"/>
                </a:solidFill>
              </a:rPr>
              <a:t> phase is C2/CNC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Persistency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Objectives and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Post exploitation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179B88-D43C-4A31-9A52-3498E9430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929" y="238874"/>
            <a:ext cx="7781544" cy="859055"/>
          </a:xfrm>
        </p:spPr>
        <p:txBody>
          <a:bodyPr/>
          <a:lstStyle/>
          <a:p>
            <a:r>
              <a:rPr lang="en-US" dirty="0"/>
              <a:t>C2 features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D099CC-6DFD-4950-A53A-F860DEAF6BED}"/>
              </a:ext>
            </a:extLst>
          </p:cNvPr>
          <p:cNvSpPr txBox="1"/>
          <p:nvPr/>
        </p:nvSpPr>
        <p:spPr>
          <a:xfrm>
            <a:off x="225929" y="1366463"/>
            <a:ext cx="69146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</a:rPr>
              <a:t>Connection with the payload – Bind or reverse bind</a:t>
            </a:r>
          </a:p>
          <a:p>
            <a:r>
              <a:rPr lang="en-IN" dirty="0">
                <a:solidFill>
                  <a:schemeClr val="bg1"/>
                </a:solidFill>
              </a:rPr>
              <a:t>2.  Encryption and protocol for connection</a:t>
            </a:r>
          </a:p>
          <a:p>
            <a:r>
              <a:rPr lang="en-IN" dirty="0">
                <a:solidFill>
                  <a:schemeClr val="bg1"/>
                </a:solidFill>
              </a:rPr>
              <a:t>3.  Logging</a:t>
            </a:r>
          </a:p>
          <a:p>
            <a:r>
              <a:rPr lang="en-IN" dirty="0">
                <a:solidFill>
                  <a:schemeClr val="bg1"/>
                </a:solidFill>
              </a:rPr>
              <a:t>4. Pre built commands or scripts</a:t>
            </a:r>
          </a:p>
          <a:p>
            <a:r>
              <a:rPr lang="en-IN" dirty="0">
                <a:solidFill>
                  <a:schemeClr val="bg1"/>
                </a:solidFill>
              </a:rPr>
              <a:t>5. GUI and graphs</a:t>
            </a:r>
          </a:p>
          <a:p>
            <a:r>
              <a:rPr lang="en-IN" dirty="0">
                <a:solidFill>
                  <a:schemeClr val="bg1"/>
                </a:solidFill>
              </a:rPr>
              <a:t>6. Automation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C2 in the open internet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We can see very less C2 on internet since it gets blacklisted as soon as it gets detected</a:t>
            </a:r>
          </a:p>
          <a:p>
            <a:r>
              <a:rPr lang="en-US" dirty="0"/>
              <a:t>Reverse engineering will give us the IP address even if the IP is dynamically generated </a:t>
            </a:r>
          </a:p>
          <a:p>
            <a:r>
              <a:rPr lang="en-US" dirty="0"/>
              <a:t>Most of the default C2 open sources are detected based on signatures 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A12ADD-ED50-4BD6-AA4C-576537834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55" y="3577252"/>
            <a:ext cx="5532441" cy="32807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EB2040-7442-4CFB-AA7C-6D722543A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429000"/>
            <a:ext cx="530839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interesting C2 servers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E89F8BE-21B8-4ED8-AD50-F960344AC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1483487"/>
            <a:ext cx="3117053" cy="4659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50C9F11-8BA3-4C64-80DB-4F9C51E2E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6142487"/>
            <a:ext cx="3117053" cy="37715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B5F1064-BF52-4696-AC1E-07774937D708}"/>
              </a:ext>
            </a:extLst>
          </p:cNvPr>
          <p:cNvSpPr txBox="1"/>
          <p:nvPr/>
        </p:nvSpPr>
        <p:spPr>
          <a:xfrm>
            <a:off x="4582274" y="1931542"/>
            <a:ext cx="4140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Dali – image steg ( commands inside image)</a:t>
            </a:r>
          </a:p>
          <a:p>
            <a:r>
              <a:rPr lang="en-IN" dirty="0" err="1">
                <a:solidFill>
                  <a:schemeClr val="bg1"/>
                </a:solidFill>
              </a:rPr>
              <a:t>Daa</a:t>
            </a:r>
            <a:r>
              <a:rPr lang="en-IN" dirty="0">
                <a:solidFill>
                  <a:schemeClr val="bg1"/>
                </a:solidFill>
              </a:rPr>
              <a:t> – discord server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71381" y="218120"/>
            <a:ext cx="4945598" cy="1243584"/>
          </a:xfrm>
        </p:spPr>
        <p:txBody>
          <a:bodyPr/>
          <a:lstStyle/>
          <a:p>
            <a:r>
              <a:rPr lang="en-US" dirty="0"/>
              <a:t>References: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32EB91-9985-4950-86C2-4D92C12C9BA0}"/>
              </a:ext>
            </a:extLst>
          </p:cNvPr>
          <p:cNvSpPr txBox="1"/>
          <p:nvPr/>
        </p:nvSpPr>
        <p:spPr>
          <a:xfrm>
            <a:off x="6095999" y="1695236"/>
            <a:ext cx="50514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  <a:hlinkClick r:id="rId2"/>
              </a:rPr>
              <a:t>https://www.thec2matrix.com/matrix</a:t>
            </a: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  <a:hlinkClick r:id="rId2"/>
              </a:rPr>
              <a:t>https://www.thec2matrix.com/matrix</a:t>
            </a: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IN" dirty="0">
                <a:solidFill>
                  <a:schemeClr val="bg1"/>
                </a:solidFill>
                <a:hlinkClick r:id="rId3"/>
              </a:rPr>
              <a:t>https://pentestit.com/list-of-open-source-c2-post-exploitation-frameworks/</a:t>
            </a: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Customize this Template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90B5C6-1CB0-445E-99D1-8E2FE8C59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54A61-D199-469B-AB0C-B68F82B505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Template Editing Instructions and Feedback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78</TotalTime>
  <Words>168</Words>
  <Application>Microsoft Office PowerPoint</Application>
  <PresentationFormat>Widescreen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Trade Gothic LT Pro</vt:lpstr>
      <vt:lpstr>Trebuchet MS</vt:lpstr>
      <vt:lpstr>Office Theme</vt:lpstr>
      <vt:lpstr>C2 server</vt:lpstr>
      <vt:lpstr>Why C2? </vt:lpstr>
      <vt:lpstr>C2 features</vt:lpstr>
      <vt:lpstr>C2 in the open internet</vt:lpstr>
      <vt:lpstr>Some interesting C2 servers</vt:lpstr>
      <vt:lpstr>References:</vt:lpstr>
      <vt:lpstr>Thank You 2</vt:lpstr>
      <vt:lpstr>Customize this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C2 server</dc:title>
  <dc:creator>Deepak keshav dk</dc:creator>
  <cp:lastModifiedBy>Deepak keshav dk</cp:lastModifiedBy>
  <cp:revision>5</cp:revision>
  <dcterms:created xsi:type="dcterms:W3CDTF">2021-04-18T16:17:41Z</dcterms:created>
  <dcterms:modified xsi:type="dcterms:W3CDTF">2021-04-18T17:35:42Z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